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22A62A-85ED-D466-555B-777EC5BEB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9AFD991-D5FF-1B64-AC4C-D3947599C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45BAF3-74DD-2B60-80F8-9C4FAC963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7502-AA16-43EE-8694-5CB620C35A09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A4402A-B408-F0BE-C0B7-973712C2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9D7A3B-6738-DD7A-42A4-5C79F788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BE611-6270-4C80-8150-90B6427CA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6700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E5BE8A-0F76-A7FD-991F-4156D2420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B99277-5123-B4EF-0BC4-47474D3A3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E6D4BD-118D-E35D-0D2D-AA85BD6A0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7502-AA16-43EE-8694-5CB620C35A09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57674B-BBC2-6291-32BF-7985E3166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E7585E-542A-0675-468E-430AA37A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BE611-6270-4C80-8150-90B6427CA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675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8CA339-DA6B-F571-B296-861D551FB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9D1909-D5DF-2C44-8059-391D90554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0F8249-D934-30C8-E732-3D46F3DB0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7502-AA16-43EE-8694-5CB620C35A09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AC2D7D-92DA-CA24-DB15-C11C2201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659EA6-211E-3867-8FFB-0973C29F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BE611-6270-4C80-8150-90B6427CA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513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A8EEF8-C2E5-5D07-16F6-A09C258E6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956665-A493-A554-0A8E-BD622ACB18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BC99F2C-6492-EB31-9A81-AD655336D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B87BD2-6C8D-1CE5-FCC9-23A17E182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7502-AA16-43EE-8694-5CB620C35A09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295176-6105-7DA4-2B75-926AC5F02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24F18ED-F509-E0A1-ECD0-1B372859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BE611-6270-4C80-8150-90B6427CA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8975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150442-0E75-C91A-8754-0A4918B65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C4BF678-518C-7103-5E49-3D32AEFE7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9C88D7C-0012-DEB9-2634-5D17FAF5F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CC1A7BA-E314-A0EB-8772-7E282B2A3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C862D12-0562-91BE-40FC-DADF34AC3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C4E673C-A4C5-2725-91A6-E9BA07C40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7502-AA16-43EE-8694-5CB620C35A09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D97D64D-47F4-7D9A-D545-DD7B82711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56E0E91-CB07-8E79-EB4F-007AA7DB9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BE611-6270-4C80-8150-90B6427CA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1113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234555-36A3-AB05-9938-7A4A3CA0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6B46E7B-56D0-7CAF-A74E-0B1965A39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7502-AA16-43EE-8694-5CB620C35A09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A5167F6-3F20-A7FB-49E1-3872DE4E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9405766-0D45-2AEF-908A-B811B76D0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BE611-6270-4C80-8150-90B6427CA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971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A118D75-1C49-7379-C8FB-98D272895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7502-AA16-43EE-8694-5CB620C35A09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2C871AC-B37C-EDFF-4FE4-C63A48020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465A71-8364-9BE8-FF99-9A7BD8548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BE611-6270-4C80-8150-90B6427CA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1434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DDAE43-005D-215C-8AF8-21DFC3326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94231C-3051-20B2-3D3D-5FA0FE570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962CF3F-911C-E08A-4744-4ACCE8DBE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9682D9-A133-9E32-1B22-826FD19C1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7502-AA16-43EE-8694-5CB620C35A09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4C48E7-66E3-83DD-D6E4-21DD82851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28A921D-AD1B-C23D-F0AE-95B0D197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BE611-6270-4C80-8150-90B6427CA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681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B547D4-BD51-B264-29A2-7BF718939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44A9234-4735-867A-C69E-1291004FD6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D03A4A0-174E-51E4-D737-2294F902E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8DF7D6-4EC9-7D59-F119-666F4D8F3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7502-AA16-43EE-8694-5CB620C35A09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962935-B61D-7962-FDAA-333307F6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B15840-6846-DB9B-2536-FE03A023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BE611-6270-4C80-8150-90B6427CA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8202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1E9EC7-F5B9-2293-4C96-16A83C540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F83DBA7-96C2-B963-2423-FB9DD6D98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CD769F-F0E2-FB0A-F934-D17071381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7502-AA16-43EE-8694-5CB620C35A09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A2BA5F-58C8-555D-8550-BCE2DFEB7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E47427-E232-0EAD-39A7-12A0A326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BE611-6270-4C80-8150-90B6427CA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887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840EC2F-2ED5-2EDB-7B88-EACA4B437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CD8C19-32C3-B83E-62FA-6DDA5F36B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C09D92-EBC8-BD7C-A10E-2A03977A9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7502-AA16-43EE-8694-5CB620C35A09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00CBA5-BD2E-8F2C-E809-4CC7C09E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004590-057A-ABAB-6789-5EB24D99E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BE611-6270-4C80-8150-90B6427CA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8879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BB48FF6-2E68-081F-3188-CF1A21695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FDC8FE-373E-2727-BA76-68AB01022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F51E7C-C364-941A-56B7-08947147C7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A7502-AA16-43EE-8694-5CB620C35A09}" type="datetimeFigureOut">
              <a:rPr kumimoji="1" lang="ja-JP" altLang="en-US" smtClean="0"/>
              <a:t>2026/6/15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E9A6A1-15A0-1099-DD67-8CBFA817A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48010C-4C2A-A5E8-BE03-C68F16164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BE611-6270-4C80-8150-90B6427CA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4574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平行四辺形 28">
            <a:extLst>
              <a:ext uri="{FF2B5EF4-FFF2-40B4-BE49-F238E27FC236}">
                <a16:creationId xmlns:a16="http://schemas.microsoft.com/office/drawing/2014/main" id="{9B9EAA46-1ED6-FB70-6F7C-344CAEAF0832}"/>
              </a:ext>
            </a:extLst>
          </p:cNvPr>
          <p:cNvSpPr/>
          <p:nvPr/>
        </p:nvSpPr>
        <p:spPr>
          <a:xfrm>
            <a:off x="6521562" y="2077945"/>
            <a:ext cx="3240001" cy="1894546"/>
          </a:xfrm>
          <a:prstGeom prst="parallelogram">
            <a:avLst>
              <a:gd name="adj" fmla="val 57177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5AE392B-EDEE-37C7-44AA-5A48B226A1AD}"/>
              </a:ext>
            </a:extLst>
          </p:cNvPr>
          <p:cNvSpPr/>
          <p:nvPr/>
        </p:nvSpPr>
        <p:spPr>
          <a:xfrm>
            <a:off x="1799999" y="1790999"/>
            <a:ext cx="2160000" cy="217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F591912B-95E8-38BE-9643-66A94A35DEB1}"/>
              </a:ext>
            </a:extLst>
          </p:cNvPr>
          <p:cNvSpPr/>
          <p:nvPr/>
        </p:nvSpPr>
        <p:spPr>
          <a:xfrm>
            <a:off x="720000" y="720000"/>
            <a:ext cx="2160000" cy="216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15BDA7FC-61C5-13ED-A202-3C640DFCA11F}"/>
              </a:ext>
            </a:extLst>
          </p:cNvPr>
          <p:cNvSpPr/>
          <p:nvPr/>
        </p:nvSpPr>
        <p:spPr>
          <a:xfrm>
            <a:off x="1710000" y="1710000"/>
            <a:ext cx="180000" cy="1800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CE1B8223-A300-0D3E-5849-E1B89751C7B2}"/>
              </a:ext>
            </a:extLst>
          </p:cNvPr>
          <p:cNvSpPr/>
          <p:nvPr/>
        </p:nvSpPr>
        <p:spPr>
          <a:xfrm>
            <a:off x="720000" y="2898001"/>
            <a:ext cx="2160000" cy="216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00FFFCF0-1ECF-606E-B0FE-C5DB6177615C}"/>
              </a:ext>
            </a:extLst>
          </p:cNvPr>
          <p:cNvSpPr/>
          <p:nvPr/>
        </p:nvSpPr>
        <p:spPr>
          <a:xfrm>
            <a:off x="1710000" y="3888001"/>
            <a:ext cx="180000" cy="1800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A7D24C9B-9E0C-480D-EE71-867B78F1A5D5}"/>
              </a:ext>
            </a:extLst>
          </p:cNvPr>
          <p:cNvSpPr/>
          <p:nvPr/>
        </p:nvSpPr>
        <p:spPr>
          <a:xfrm>
            <a:off x="2880000" y="720000"/>
            <a:ext cx="2160000" cy="216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05649EF7-6F1E-FC0E-6C88-1CEC27A42CD6}"/>
              </a:ext>
            </a:extLst>
          </p:cNvPr>
          <p:cNvSpPr/>
          <p:nvPr/>
        </p:nvSpPr>
        <p:spPr>
          <a:xfrm>
            <a:off x="3870000" y="1710000"/>
            <a:ext cx="180000" cy="1800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FB352E04-1F9D-6AD1-ED31-A2F7F417B5F5}"/>
              </a:ext>
            </a:extLst>
          </p:cNvPr>
          <p:cNvSpPr/>
          <p:nvPr/>
        </p:nvSpPr>
        <p:spPr>
          <a:xfrm>
            <a:off x="2880000" y="2898001"/>
            <a:ext cx="2160000" cy="216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616814FA-61E0-9AEA-62E0-FEE49A18F00E}"/>
              </a:ext>
            </a:extLst>
          </p:cNvPr>
          <p:cNvSpPr/>
          <p:nvPr/>
        </p:nvSpPr>
        <p:spPr>
          <a:xfrm>
            <a:off x="3870000" y="3888001"/>
            <a:ext cx="180000" cy="1800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AB396692-6FD3-85CD-8631-73B53E8A6A2D}"/>
              </a:ext>
            </a:extLst>
          </p:cNvPr>
          <p:cNvSpPr/>
          <p:nvPr/>
        </p:nvSpPr>
        <p:spPr>
          <a:xfrm>
            <a:off x="6521564" y="997945"/>
            <a:ext cx="2160000" cy="216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0154CEFE-83AB-5F08-8575-7FFBE0E1208E}"/>
              </a:ext>
            </a:extLst>
          </p:cNvPr>
          <p:cNvSpPr/>
          <p:nvPr/>
        </p:nvSpPr>
        <p:spPr>
          <a:xfrm>
            <a:off x="7511564" y="1987945"/>
            <a:ext cx="180000" cy="1800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FC9BC780-D608-F3C8-7690-97FD73F890BB}"/>
              </a:ext>
            </a:extLst>
          </p:cNvPr>
          <p:cNvSpPr/>
          <p:nvPr/>
        </p:nvSpPr>
        <p:spPr>
          <a:xfrm>
            <a:off x="8681564" y="1015946"/>
            <a:ext cx="2160000" cy="216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A587BECD-8954-FAB6-FBDC-86C00F680167}"/>
              </a:ext>
            </a:extLst>
          </p:cNvPr>
          <p:cNvSpPr/>
          <p:nvPr/>
        </p:nvSpPr>
        <p:spPr>
          <a:xfrm>
            <a:off x="9671564" y="2005946"/>
            <a:ext cx="180000" cy="1800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81068705-E941-B364-3476-083493503818}"/>
              </a:ext>
            </a:extLst>
          </p:cNvPr>
          <p:cNvSpPr/>
          <p:nvPr/>
        </p:nvSpPr>
        <p:spPr>
          <a:xfrm>
            <a:off x="7601564" y="2896018"/>
            <a:ext cx="2160000" cy="216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D50D46DD-8556-F576-E84C-DB5A20163CF8}"/>
              </a:ext>
            </a:extLst>
          </p:cNvPr>
          <p:cNvSpPr/>
          <p:nvPr/>
        </p:nvSpPr>
        <p:spPr>
          <a:xfrm>
            <a:off x="8591564" y="3886018"/>
            <a:ext cx="180000" cy="1800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F7E6CD01-018C-3641-4A82-18F6DE2BF349}"/>
              </a:ext>
            </a:extLst>
          </p:cNvPr>
          <p:cNvSpPr/>
          <p:nvPr/>
        </p:nvSpPr>
        <p:spPr>
          <a:xfrm>
            <a:off x="5441564" y="2896018"/>
            <a:ext cx="2160000" cy="216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2CAC809-DB06-00C3-EC35-11169A13994C}"/>
              </a:ext>
            </a:extLst>
          </p:cNvPr>
          <p:cNvSpPr/>
          <p:nvPr/>
        </p:nvSpPr>
        <p:spPr>
          <a:xfrm>
            <a:off x="6431564" y="3886018"/>
            <a:ext cx="180000" cy="1800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4C1EE9B-224C-2E09-981E-1123945B1D31}"/>
              </a:ext>
            </a:extLst>
          </p:cNvPr>
          <p:cNvSpPr/>
          <p:nvPr/>
        </p:nvSpPr>
        <p:spPr>
          <a:xfrm>
            <a:off x="1800000" y="1799999"/>
            <a:ext cx="2160000" cy="21780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平行四辺形 25">
            <a:extLst>
              <a:ext uri="{FF2B5EF4-FFF2-40B4-BE49-F238E27FC236}">
                <a16:creationId xmlns:a16="http://schemas.microsoft.com/office/drawing/2014/main" id="{2A2EE625-317C-4DBE-2815-FAC44222738B}"/>
              </a:ext>
            </a:extLst>
          </p:cNvPr>
          <p:cNvSpPr/>
          <p:nvPr/>
        </p:nvSpPr>
        <p:spPr>
          <a:xfrm>
            <a:off x="6521563" y="2077945"/>
            <a:ext cx="3240001" cy="1894546"/>
          </a:xfrm>
          <a:prstGeom prst="parallelogram">
            <a:avLst>
              <a:gd name="adj" fmla="val 5717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8E5E074A-6AFE-2978-F53B-9E791467FAC6}"/>
                  </a:ext>
                </a:extLst>
              </p:cNvPr>
              <p:cNvSpPr txBox="1"/>
              <p:nvPr/>
            </p:nvSpPr>
            <p:spPr>
              <a:xfrm>
                <a:off x="1516134" y="2131061"/>
                <a:ext cx="3644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8E5E074A-6AFE-2978-F53B-9E791467F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134" y="2131061"/>
                <a:ext cx="36445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ABE77C7B-4CEF-A050-3D1C-F9C53BA415AF}"/>
              </a:ext>
            </a:extLst>
          </p:cNvPr>
          <p:cNvCxnSpPr/>
          <p:nvPr/>
        </p:nvCxnSpPr>
        <p:spPr>
          <a:xfrm flipV="1">
            <a:off x="8681564" y="3976018"/>
            <a:ext cx="1440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057B5C91-4B3B-5475-1491-6B676FDD0FDC}"/>
              </a:ext>
            </a:extLst>
          </p:cNvPr>
          <p:cNvCxnSpPr>
            <a:cxnSpLocks/>
          </p:cNvCxnSpPr>
          <p:nvPr/>
        </p:nvCxnSpPr>
        <p:spPr>
          <a:xfrm>
            <a:off x="9761563" y="2087736"/>
            <a:ext cx="0" cy="1872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FEC62597-997B-4E07-2220-E81CD207ED06}"/>
                  </a:ext>
                </a:extLst>
              </p:cNvPr>
              <p:cNvSpPr txBox="1"/>
              <p:nvPr/>
            </p:nvSpPr>
            <p:spPr>
              <a:xfrm>
                <a:off x="9719273" y="3139808"/>
                <a:ext cx="582289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FEC62597-997B-4E07-2220-E81CD207E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9273" y="3139808"/>
                <a:ext cx="582289" cy="4019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066FD63F-CE5E-FA7D-EBF8-A95CA2F9C7A4}"/>
                  </a:ext>
                </a:extLst>
              </p:cNvPr>
              <p:cNvSpPr txBox="1"/>
              <p:nvPr/>
            </p:nvSpPr>
            <p:spPr>
              <a:xfrm>
                <a:off x="1524290" y="3207681"/>
                <a:ext cx="3644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066FD63F-CE5E-FA7D-EBF8-A95CA2F9C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290" y="3207681"/>
                <a:ext cx="3644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8B94F6BE-2C88-CCED-3C8A-B07DB206B17A}"/>
                  </a:ext>
                </a:extLst>
              </p:cNvPr>
              <p:cNvSpPr txBox="1"/>
              <p:nvPr/>
            </p:nvSpPr>
            <p:spPr>
              <a:xfrm>
                <a:off x="2187540" y="3901779"/>
                <a:ext cx="3644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8B94F6BE-2C88-CCED-3C8A-B07DB206B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540" y="3901779"/>
                <a:ext cx="3644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3A0D6446-6542-7A38-0D97-1A280AC51BD4}"/>
                  </a:ext>
                </a:extLst>
              </p:cNvPr>
              <p:cNvSpPr txBox="1"/>
              <p:nvPr/>
            </p:nvSpPr>
            <p:spPr>
              <a:xfrm>
                <a:off x="3192772" y="3901779"/>
                <a:ext cx="3644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3A0D6446-6542-7A38-0D97-1A280AC51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772" y="3901779"/>
                <a:ext cx="36445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EE43039C-F23C-D5C6-BF1D-6FA64BCDF669}"/>
                  </a:ext>
                </a:extLst>
              </p:cNvPr>
              <p:cNvSpPr txBox="1"/>
              <p:nvPr/>
            </p:nvSpPr>
            <p:spPr>
              <a:xfrm>
                <a:off x="6912754" y="3885970"/>
                <a:ext cx="3644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EE43039C-F23C-D5C6-BF1D-6FA64BCDF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754" y="3885970"/>
                <a:ext cx="36445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3C065AA8-F1E0-1394-709D-70A296EF5656}"/>
                  </a:ext>
                </a:extLst>
              </p:cNvPr>
              <p:cNvSpPr txBox="1"/>
              <p:nvPr/>
            </p:nvSpPr>
            <p:spPr>
              <a:xfrm>
                <a:off x="7946717" y="3880692"/>
                <a:ext cx="3644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49" name="テキスト ボックス 48">
                <a:extLst>
                  <a:ext uri="{FF2B5EF4-FFF2-40B4-BE49-F238E27FC236}">
                    <a16:creationId xmlns:a16="http://schemas.microsoft.com/office/drawing/2014/main" id="{3C065AA8-F1E0-1394-709D-70A296EF5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717" y="3880692"/>
                <a:ext cx="36445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638F92B5-4A8E-98A0-CBEE-6A5E5EAA63FE}"/>
                  </a:ext>
                </a:extLst>
              </p:cNvPr>
              <p:cNvSpPr txBox="1"/>
              <p:nvPr/>
            </p:nvSpPr>
            <p:spPr>
              <a:xfrm>
                <a:off x="6559880" y="3244334"/>
                <a:ext cx="3644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638F92B5-4A8E-98A0-CBEE-6A5E5EAA6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80" y="3244334"/>
                <a:ext cx="36445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907A6FEF-45FE-9338-048F-E1330495AB5A}"/>
                  </a:ext>
                </a:extLst>
              </p:cNvPr>
              <p:cNvSpPr txBox="1"/>
              <p:nvPr/>
            </p:nvSpPr>
            <p:spPr>
              <a:xfrm>
                <a:off x="7085263" y="2299855"/>
                <a:ext cx="4146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907A6FEF-45FE-9338-048F-E1330495A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263" y="2299855"/>
                <a:ext cx="41466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1E35DC51-D630-1CE4-9B58-9C6BACA8DE1F}"/>
              </a:ext>
            </a:extLst>
          </p:cNvPr>
          <p:cNvCxnSpPr/>
          <p:nvPr/>
        </p:nvCxnSpPr>
        <p:spPr>
          <a:xfrm>
            <a:off x="1799999" y="3796018"/>
            <a:ext cx="180000" cy="180000"/>
          </a:xfrm>
          <a:prstGeom prst="bentConnector3">
            <a:avLst>
              <a:gd name="adj1" fmla="val 10074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コネクタ: カギ線 56">
            <a:extLst>
              <a:ext uri="{FF2B5EF4-FFF2-40B4-BE49-F238E27FC236}">
                <a16:creationId xmlns:a16="http://schemas.microsoft.com/office/drawing/2014/main" id="{30FE4F2B-ADB6-4CCA-D49E-E4B35AE3D598}"/>
              </a:ext>
            </a:extLst>
          </p:cNvPr>
          <p:cNvCxnSpPr/>
          <p:nvPr/>
        </p:nvCxnSpPr>
        <p:spPr>
          <a:xfrm>
            <a:off x="9761563" y="3794255"/>
            <a:ext cx="180000" cy="180000"/>
          </a:xfrm>
          <a:prstGeom prst="bentConnector3">
            <a:avLst>
              <a:gd name="adj1" fmla="val 10250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325878AC-13A2-3610-9C18-3D73C480B09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79999" y="3802019"/>
            <a:ext cx="180000" cy="180000"/>
          </a:xfrm>
          <a:prstGeom prst="bentConnector3">
            <a:avLst>
              <a:gd name="adj1" fmla="val 9881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コネクタ: カギ線 65">
            <a:extLst>
              <a:ext uri="{FF2B5EF4-FFF2-40B4-BE49-F238E27FC236}">
                <a16:creationId xmlns:a16="http://schemas.microsoft.com/office/drawing/2014/main" id="{4E9F0F6A-ED64-AFD5-B7D6-5C1D59FDC14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799999" y="1796650"/>
            <a:ext cx="180000" cy="180000"/>
          </a:xfrm>
          <a:prstGeom prst="bentConnector3">
            <a:avLst>
              <a:gd name="adj1" fmla="val 61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コネクタ: カギ線 68">
            <a:extLst>
              <a:ext uri="{FF2B5EF4-FFF2-40B4-BE49-F238E27FC236}">
                <a16:creationId xmlns:a16="http://schemas.microsoft.com/office/drawing/2014/main" id="{D93D66B7-2865-0AC3-CEB6-352397E035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3778571" y="1807945"/>
            <a:ext cx="180000" cy="180000"/>
          </a:xfrm>
          <a:prstGeom prst="bentConnector3">
            <a:avLst>
              <a:gd name="adj1" fmla="val 22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8B418459-23EE-18B0-7CBF-1A564F6B51AD}"/>
                  </a:ext>
                </a:extLst>
              </p:cNvPr>
              <p:cNvSpPr txBox="1"/>
              <p:nvPr/>
            </p:nvSpPr>
            <p:spPr>
              <a:xfrm>
                <a:off x="9090711" y="3880692"/>
                <a:ext cx="3644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8B418459-23EE-18B0-7CBF-1A564F6B5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711" y="3880692"/>
                <a:ext cx="36445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テキスト ボックス 73">
                <a:extLst>
                  <a:ext uri="{FF2B5EF4-FFF2-40B4-BE49-F238E27FC236}">
                    <a16:creationId xmlns:a16="http://schemas.microsoft.com/office/drawing/2014/main" id="{F7065D4E-F881-7401-6C50-7F0ED5CA8901}"/>
                  </a:ext>
                </a:extLst>
              </p:cNvPr>
              <p:cNvSpPr txBox="1"/>
              <p:nvPr/>
            </p:nvSpPr>
            <p:spPr>
              <a:xfrm>
                <a:off x="1629352" y="4906197"/>
                <a:ext cx="2501293" cy="964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/4</m:t>
                      </m:r>
                    </m:oMath>
                  </m:oMathPara>
                </a14:m>
                <a:endParaRPr kumimoji="1" lang="en-US" altLang="ja-JP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0.78539816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74" name="テキスト ボックス 73">
                <a:extLst>
                  <a:ext uri="{FF2B5EF4-FFF2-40B4-BE49-F238E27FC236}">
                    <a16:creationId xmlns:a16="http://schemas.microsoft.com/office/drawing/2014/main" id="{F7065D4E-F881-7401-6C50-7F0ED5CA8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352" y="4906197"/>
                <a:ext cx="2501293" cy="96436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テキスト ボックス 75">
                <a:extLst>
                  <a:ext uri="{FF2B5EF4-FFF2-40B4-BE49-F238E27FC236}">
                    <a16:creationId xmlns:a16="http://schemas.microsoft.com/office/drawing/2014/main" id="{9E13CD1B-10C1-43AD-0EC0-F239D12C0BEF}"/>
                  </a:ext>
                </a:extLst>
              </p:cNvPr>
              <p:cNvSpPr txBox="1"/>
              <p:nvPr/>
            </p:nvSpPr>
            <p:spPr>
              <a:xfrm>
                <a:off x="6431564" y="4893565"/>
                <a:ext cx="2501293" cy="9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/2</m:t>
                      </m:r>
                      <m:rad>
                        <m:radPr>
                          <m:degHide m:val="on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kumimoji="1" lang="en-US" altLang="ja-JP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0.90689968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>
          <p:sp>
            <p:nvSpPr>
              <p:cNvPr id="76" name="テキスト ボックス 75">
                <a:extLst>
                  <a:ext uri="{FF2B5EF4-FFF2-40B4-BE49-F238E27FC236}">
                    <a16:creationId xmlns:a16="http://schemas.microsoft.com/office/drawing/2014/main" id="{9E13CD1B-10C1-43AD-0EC0-F239D12C0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1564" y="4893565"/>
                <a:ext cx="2501293" cy="9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1694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</Words>
  <Application>Microsoft Office PowerPoint</Application>
  <PresentationFormat>ワイド画面</PresentationFormat>
  <Paragraphs>14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Tomoaki Takagi</dc:creator>
  <cp:lastModifiedBy>Tomoaki Takagi</cp:lastModifiedBy>
  <cp:revision>1</cp:revision>
  <dcterms:created xsi:type="dcterms:W3CDTF">2026-06-14T18:01:05Z</dcterms:created>
  <dcterms:modified xsi:type="dcterms:W3CDTF">2026-06-14T18:06:12Z</dcterms:modified>
</cp:coreProperties>
</file>